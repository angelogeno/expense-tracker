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91840"/>
            <a:ext cx="4754880" cy="4754880"/>
          </a:xfrm>
          <a:prstGeom prst="ellipse">
            <a:avLst/>
          </a:prstGeom>
          <a:solidFill>
            <a:srgbClr val="146C5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114800"/>
            <a:ext cx="3108960" cy="3108960"/>
          </a:xfrm>
          <a:prstGeom prst="ellipse">
            <a:avLst/>
          </a:prstGeom>
          <a:solidFill>
            <a:srgbClr val="E3B23C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EXPENSE TRACKER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3337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finance dashboard built with ASP.NET Core MVC, Entity Framework Core, and Syncfusion EJ2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4160520"/>
            <a:ext cx="2011680" cy="0"/>
          </a:xfrm>
          <a:prstGeom prst="line">
            <a:avLst/>
          </a:prstGeom>
          <a:noFill/>
          <a:ln w="25400">
            <a:solidFill>
              <a:srgbClr val="E3B2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6080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github.com/AngeloGeno/Expense-Tracker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Tracker is a full-stack CRUD web app for logging income and expenses, organizing them by category, and understanding spending habits through live, data-driven charts.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6309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Server-rendered ASP.NET Core MVC app — fast, simple deployment story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+ EF Core for durable, relational data storage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Syncfusion EJ2 charts turn raw transactions into a real dashboard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52360" y="118872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3F7F5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0" y="132588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680960" y="20574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entities: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Transaction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601200" y="118872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3F7F5"/>
          </a:solidFill>
          <a:ln/>
        </p:spPr>
      </p:sp>
      <p:sp>
        <p:nvSpPr>
          <p:cNvPr id="9" name="Text 7"/>
          <p:cNvSpPr/>
          <p:nvPr/>
        </p:nvSpPr>
        <p:spPr>
          <a:xfrm>
            <a:off x="9829800" y="132588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829800" y="20574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controllers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52360" y="274320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3F7F5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0" y="288036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7d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680960" y="361188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dashboard window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601200" y="274320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3F7F5"/>
          </a:solidFill>
          <a:ln/>
        </p:spPr>
      </p:sp>
      <p:sp>
        <p:nvSpPr>
          <p:cNvPr id="15" name="Text 13"/>
          <p:cNvSpPr/>
          <p:nvPr/>
        </p:nvSpPr>
        <p:spPr>
          <a:xfrm>
            <a:off x="9829800" y="288036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829800" y="361188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charts: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Doughnut + Spline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3F7F5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45920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income, expense, and balance for the last 7 days, updated automatically.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3F7F5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645920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2331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Breakdown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26974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doughnut chart shows exactly where expense money is going, ranked by size.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141732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3F7F5"/>
          </a:solidFill>
          <a:ln/>
        </p:spPr>
      </p:sp>
      <p:sp>
        <p:nvSpPr>
          <p:cNvPr id="14" name="Shape 12"/>
          <p:cNvSpPr/>
          <p:nvPr/>
        </p:nvSpPr>
        <p:spPr>
          <a:xfrm>
            <a:off x="8458200" y="1645920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58200" y="2331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 vs. Expense Trend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58200" y="26974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spline chart plots both series across the week so patterns are easy to spot.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97764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3F7F5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" y="4206240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" y="4892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CRUD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52578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and delete transactions with category, amount, note, and date.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34840" y="397764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3F7F5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4206240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63440" y="4892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Categories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63440" y="52578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categories with an icon and a type — Income or Expense.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229600" y="397764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3F7F5"/>
          </a:solidFill>
          <a:ln/>
        </p:spPr>
      </p:sp>
      <p:sp>
        <p:nvSpPr>
          <p:cNvPr id="29" name="Shape 27"/>
          <p:cNvSpPr/>
          <p:nvPr/>
        </p:nvSpPr>
        <p:spPr>
          <a:xfrm>
            <a:off x="8458200" y="4206240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30" name="Text 28"/>
          <p:cNvSpPr/>
          <p:nvPr/>
        </p:nvSpPr>
        <p:spPr>
          <a:xfrm>
            <a:off x="845820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58200" y="4892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Activity Feed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458200" y="52578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most recent transactions surface right on the dashboard.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46C50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749040" y="155448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MVC (.NET 8)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487168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46C50">
              <a:alpha val="6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87168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749040" y="2487168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8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419856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46C50">
              <a:alpha val="6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419856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49040" y="3419856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352544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46C50">
              <a:alpha val="6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352544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/ Charts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49040" y="4352544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Syncfusion EJ2 for ASP.NET Core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5285232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46C50">
              <a:alpha val="6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285232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 End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49040" y="5285232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 Views + Bootstrap + Font Awesome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ASP.NET Core MVC request flow, single EF Core context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0B3D2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5603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31546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 Views + Syncfusion charts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72384" y="2944368"/>
            <a:ext cx="393192" cy="237744"/>
          </a:xfrm>
          <a:prstGeom prst="rightArrow">
            <a:avLst/>
          </a:prstGeom>
          <a:solidFill>
            <a:srgbClr val="E3B23C"/>
          </a:solidFill>
          <a:ln/>
        </p:spPr>
      </p:sp>
      <p:sp>
        <p:nvSpPr>
          <p:cNvPr id="8" name="Shape 6"/>
          <p:cNvSpPr/>
          <p:nvPr/>
        </p:nvSpPr>
        <p:spPr>
          <a:xfrm>
            <a:off x="3520440" y="237744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146C5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25603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657600" y="31546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Transaction / Category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52744" y="2944368"/>
            <a:ext cx="393192" cy="237744"/>
          </a:xfrm>
          <a:prstGeom prst="rightArrow">
            <a:avLst/>
          </a:prstGeom>
          <a:solidFill>
            <a:srgbClr val="E3B23C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0" y="237744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0B3D2E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5603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ApplicationDBContext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37960" y="31546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833104" y="2944368"/>
            <a:ext cx="393192" cy="237744"/>
          </a:xfrm>
          <a:prstGeom prst="rightArrow">
            <a:avLst/>
          </a:prstGeom>
          <a:solidFill>
            <a:srgbClr val="E3B23C"/>
          </a:solidFill>
          <a:ln/>
        </p:spPr>
      </p:sp>
      <p:sp>
        <p:nvSpPr>
          <p:cNvPr id="16" name="Shape 14"/>
          <p:cNvSpPr/>
          <p:nvPr/>
        </p:nvSpPr>
        <p:spPr>
          <a:xfrm>
            <a:off x="9281160" y="237744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146C50"/>
          </a:solidFill>
          <a:ln/>
        </p:spPr>
      </p:sp>
      <p:sp>
        <p:nvSpPr>
          <p:cNvPr id="17" name="Text 15"/>
          <p:cNvSpPr/>
          <p:nvPr/>
        </p:nvSpPr>
        <p:spPr>
          <a:xfrm>
            <a:off x="9418320" y="25603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Server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418320" y="31546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TransactionDB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render controller-supplied ViewBag data back into the browser as the response.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8920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3F7F5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074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route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54406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{controller=Dashboard}/{action=Index}/{id?}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4206240" cy="2834640"/>
          </a:xfrm>
          <a:prstGeom prst="roundRect">
            <a:avLst>
              <a:gd name="adj" fmla="val 3226"/>
            </a:avLst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2377440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CategoryId : int (PK)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 : nvarchar(50)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 : nvarchar(10)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: "Income" | "Expense"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040880" y="1645920"/>
            <a:ext cx="4206240" cy="3291840"/>
          </a:xfrm>
          <a:prstGeom prst="roundRect">
            <a:avLst>
              <a:gd name="adj" fmla="val 2778"/>
            </a:avLst>
          </a:prstGeom>
          <a:solidFill>
            <a:srgbClr val="146C5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237744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TransactionId : int (PK)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CategoryId : int (FK)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 : int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 : nvarchar(75)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: DateTime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120640" y="3063240"/>
            <a:ext cx="1920240" cy="0"/>
          </a:xfrm>
          <a:prstGeom prst="line">
            <a:avLst/>
          </a:prstGeom>
          <a:noFill/>
          <a:ln w="25400">
            <a:solidFill>
              <a:srgbClr val="B986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── has many ──&gt; *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Category's Type (Income/Expense) determines how every linked Transaction is treated in dashboard totals.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last 7 days of activity becomes an actual story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46C50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Income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Income (7 days)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46C50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8288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Expense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480560" y="26060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Expense (7 days)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0" y="173736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46C50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18288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 − Expense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138160" y="26060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Balance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5661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Doughnut · Expense by Category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02336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the week's expense transactions by category and sorts them largest-first, so the top spending category is obvious at a glance.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38328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35661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Spline · Income vs. Expense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402336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both series across all 7 days — days with no activity still show as zero, so the trend line never breaks.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 &amp; What's Next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locally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65760" cy="36576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856232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repo &amp; open the solution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365760" cy="36576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2359152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appsettings.json at your SQL Server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365760" cy="36576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862072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ef database update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365760" cy="36576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3364992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run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0" cy="4389120"/>
          </a:xfrm>
          <a:prstGeom prst="line">
            <a:avLst/>
          </a:prstGeom>
          <a:noFill/>
          <a:ln w="25400">
            <a:solidFill>
              <a:srgbClr val="F3F7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ideas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187452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ASP.NET Core Identity for multi-user auth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dashboard from ViewBag to a typed view model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date range (beyond the fixed 7 days)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secrets (Syncfusion key, connection string) to config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automated tests for controllers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94360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0B3D2E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github.com/AngeloGeno/Expense-Tracker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2026-08-13T08:09:18Z</dcterms:created>
  <dcterms:modified xsi:type="dcterms:W3CDTF">2026-08-13T08:09:18Z</dcterms:modified>
</cp:coreProperties>
</file>